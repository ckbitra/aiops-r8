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68" r:id="rId5"/>
    <p:sldId id="273" r:id="rId6"/>
    <p:sldId id="271" r:id="rId7"/>
    <p:sldId id="261" r:id="rId8"/>
    <p:sldId id="264" r:id="rId9"/>
    <p:sldId id="265" r:id="rId10"/>
    <p:sldId id="266" r:id="rId11"/>
    <p:sldId id="272" r:id="rId12"/>
    <p:sldId id="262" r:id="rId13"/>
    <p:sldId id="263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6"/>
    <p:restoredTop sz="94630"/>
  </p:normalViewPr>
  <p:slideViewPr>
    <p:cSldViewPr snapToGrid="0" snapToObjects="1">
      <p:cViewPr varScale="1">
        <p:scale>
          <a:sx n="105" d="100"/>
          <a:sy n="105" d="100"/>
        </p:scale>
        <p:origin x="57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F2C9AE7-0944-412B-8EF4-AD304975217C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07983B-EB77-4FF3-8FB2-B2244502C819}">
      <dgm:prSet/>
      <dgm:spPr/>
      <dgm:t>
        <a:bodyPr/>
        <a:lstStyle/>
        <a:p>
          <a:r>
            <a:rPr lang="en-US"/>
            <a:t>Circuit-Breaker (CVE Block After Reboot Failure).</a:t>
          </a:r>
        </a:p>
      </dgm:t>
    </dgm:pt>
    <dgm:pt modelId="{C26AAC60-78F6-445E-8D4C-13E958C131B9}" type="parTrans" cxnId="{95839FAD-F0EC-47BC-B501-6416752386D7}">
      <dgm:prSet/>
      <dgm:spPr/>
      <dgm:t>
        <a:bodyPr/>
        <a:lstStyle/>
        <a:p>
          <a:endParaRPr lang="en-US"/>
        </a:p>
      </dgm:t>
    </dgm:pt>
    <dgm:pt modelId="{F211D642-EED6-48E3-922B-53FFBDA03453}" type="sibTrans" cxnId="{95839FAD-F0EC-47BC-B501-6416752386D7}">
      <dgm:prSet/>
      <dgm:spPr/>
      <dgm:t>
        <a:bodyPr/>
        <a:lstStyle/>
        <a:p>
          <a:endParaRPr lang="en-US"/>
        </a:p>
      </dgm:t>
    </dgm:pt>
    <dgm:pt modelId="{3E53C48F-C540-4A22-AE66-E2B2F6F973B7}">
      <dgm:prSet/>
      <dgm:spPr/>
      <dgm:t>
        <a:bodyPr/>
        <a:lstStyle/>
        <a:p>
          <a:r>
            <a:rPr lang="en-US"/>
            <a:t>CVE Analysis (Bedrock)</a:t>
          </a:r>
        </a:p>
      </dgm:t>
    </dgm:pt>
    <dgm:pt modelId="{FCA0A32C-A58D-43F7-AA83-16D1EF2A9759}" type="parTrans" cxnId="{416D34E5-42DC-4299-85AB-B07A6C541ECD}">
      <dgm:prSet/>
      <dgm:spPr/>
      <dgm:t>
        <a:bodyPr/>
        <a:lstStyle/>
        <a:p>
          <a:endParaRPr lang="en-US"/>
        </a:p>
      </dgm:t>
    </dgm:pt>
    <dgm:pt modelId="{EC8D3C30-DAFB-493E-AA0B-741BBC53BF95}" type="sibTrans" cxnId="{416D34E5-42DC-4299-85AB-B07A6C541ECD}">
      <dgm:prSet/>
      <dgm:spPr/>
      <dgm:t>
        <a:bodyPr/>
        <a:lstStyle/>
        <a:p>
          <a:endParaRPr lang="en-US"/>
        </a:p>
      </dgm:t>
    </dgm:pt>
    <dgm:pt modelId="{CDAC2C2A-7E32-4D2B-A9D0-8DF1B84DB4F1}">
      <dgm:prSet/>
      <dgm:spPr/>
      <dgm:t>
        <a:bodyPr/>
        <a:lstStyle/>
        <a:p>
          <a:r>
            <a:rPr lang="en-US"/>
            <a:t>Pre-Patch AMI</a:t>
          </a:r>
        </a:p>
      </dgm:t>
    </dgm:pt>
    <dgm:pt modelId="{AB5C5624-D22E-4BCF-B887-92DACB01CE81}" type="parTrans" cxnId="{72441E96-C244-47A7-98DF-77EBF3993EE7}">
      <dgm:prSet/>
      <dgm:spPr/>
      <dgm:t>
        <a:bodyPr/>
        <a:lstStyle/>
        <a:p>
          <a:endParaRPr lang="en-US"/>
        </a:p>
      </dgm:t>
    </dgm:pt>
    <dgm:pt modelId="{25017C63-E711-476D-84C5-CE59AF45A51D}" type="sibTrans" cxnId="{72441E96-C244-47A7-98DF-77EBF3993EE7}">
      <dgm:prSet/>
      <dgm:spPr/>
      <dgm:t>
        <a:bodyPr/>
        <a:lstStyle/>
        <a:p>
          <a:endParaRPr lang="en-US"/>
        </a:p>
      </dgm:t>
    </dgm:pt>
    <dgm:pt modelId="{32A1412B-1620-4946-B1D6-6055E4F0B0CC}">
      <dgm:prSet/>
      <dgm:spPr/>
      <dgm:t>
        <a:bodyPr/>
        <a:lstStyle/>
        <a:p>
          <a:r>
            <a:rPr lang="en-US"/>
            <a:t>Dry-Run Mode</a:t>
          </a:r>
        </a:p>
      </dgm:t>
    </dgm:pt>
    <dgm:pt modelId="{F6307D45-AF0C-4FBE-AD9D-C33F997879BD}" type="parTrans" cxnId="{0F60513C-B20F-479E-8318-244EC86774C8}">
      <dgm:prSet/>
      <dgm:spPr/>
      <dgm:t>
        <a:bodyPr/>
        <a:lstStyle/>
        <a:p>
          <a:endParaRPr lang="en-US"/>
        </a:p>
      </dgm:t>
    </dgm:pt>
    <dgm:pt modelId="{250E25E6-DA01-41F6-8F79-2F7727FB3DAE}" type="sibTrans" cxnId="{0F60513C-B20F-479E-8318-244EC86774C8}">
      <dgm:prSet/>
      <dgm:spPr/>
      <dgm:t>
        <a:bodyPr/>
        <a:lstStyle/>
        <a:p>
          <a:endParaRPr lang="en-US"/>
        </a:p>
      </dgm:t>
    </dgm:pt>
    <dgm:pt modelId="{73C032C0-EA8C-42C3-B249-95078179CBC2}">
      <dgm:prSet/>
      <dgm:spPr/>
      <dgm:t>
        <a:bodyPr/>
        <a:lstStyle/>
        <a:p>
          <a:r>
            <a:rPr lang="en-US"/>
            <a:t>Maintenance Window</a:t>
          </a:r>
        </a:p>
      </dgm:t>
    </dgm:pt>
    <dgm:pt modelId="{A0C37544-F915-415F-B6C1-F84E3A44C5A2}" type="parTrans" cxnId="{18A1D3E7-922B-4C2D-BFB1-00119BC663E9}">
      <dgm:prSet/>
      <dgm:spPr/>
      <dgm:t>
        <a:bodyPr/>
        <a:lstStyle/>
        <a:p>
          <a:endParaRPr lang="en-US"/>
        </a:p>
      </dgm:t>
    </dgm:pt>
    <dgm:pt modelId="{116EE123-99EE-4473-B59D-BF7020FDEF19}" type="sibTrans" cxnId="{18A1D3E7-922B-4C2D-BFB1-00119BC663E9}">
      <dgm:prSet/>
      <dgm:spPr/>
      <dgm:t>
        <a:bodyPr/>
        <a:lstStyle/>
        <a:p>
          <a:endParaRPr lang="en-US"/>
        </a:p>
      </dgm:t>
    </dgm:pt>
    <dgm:pt modelId="{C11A88B8-FF8C-43A7-AAE9-19F827249125}">
      <dgm:prSet/>
      <dgm:spPr/>
      <dgm:t>
        <a:bodyPr/>
        <a:lstStyle/>
        <a:p>
          <a:r>
            <a:rPr lang="en-US"/>
            <a:t>Instance Exclusion (PatchExcluded Tag)</a:t>
          </a:r>
        </a:p>
      </dgm:t>
    </dgm:pt>
    <dgm:pt modelId="{20D9F440-B162-456B-8ABC-3CFA97D9C81B}" type="parTrans" cxnId="{DC6B6AF1-F64C-4725-8458-F8B085AC52F9}">
      <dgm:prSet/>
      <dgm:spPr/>
      <dgm:t>
        <a:bodyPr/>
        <a:lstStyle/>
        <a:p>
          <a:endParaRPr lang="en-US"/>
        </a:p>
      </dgm:t>
    </dgm:pt>
    <dgm:pt modelId="{95BF7781-15B9-458C-9B4C-6B9970BA95B1}" type="sibTrans" cxnId="{DC6B6AF1-F64C-4725-8458-F8B085AC52F9}">
      <dgm:prSet/>
      <dgm:spPr/>
      <dgm:t>
        <a:bodyPr/>
        <a:lstStyle/>
        <a:p>
          <a:endParaRPr lang="en-US"/>
        </a:p>
      </dgm:t>
    </dgm:pt>
    <dgm:pt modelId="{14C089C1-9C0E-41C5-AE51-559BE3B93FFF}">
      <dgm:prSet/>
      <dgm:spPr/>
      <dgm:t>
        <a:bodyPr/>
        <a:lstStyle/>
        <a:p>
          <a:r>
            <a:rPr lang="en-US"/>
            <a:t>SSM Agent Health Pre-Check</a:t>
          </a:r>
        </a:p>
      </dgm:t>
    </dgm:pt>
    <dgm:pt modelId="{EDCBD303-C714-4666-9CD1-A0B49EFCFD5C}" type="parTrans" cxnId="{3BB0EAF7-3E87-41F2-AABC-623F6D11F923}">
      <dgm:prSet/>
      <dgm:spPr/>
      <dgm:t>
        <a:bodyPr/>
        <a:lstStyle/>
        <a:p>
          <a:endParaRPr lang="en-US"/>
        </a:p>
      </dgm:t>
    </dgm:pt>
    <dgm:pt modelId="{8E64F58C-9E48-468C-94CB-E607E1928998}" type="sibTrans" cxnId="{3BB0EAF7-3E87-41F2-AABC-623F6D11F923}">
      <dgm:prSet/>
      <dgm:spPr/>
      <dgm:t>
        <a:bodyPr/>
        <a:lstStyle/>
        <a:p>
          <a:endParaRPr lang="en-US"/>
        </a:p>
      </dgm:t>
    </dgm:pt>
    <dgm:pt modelId="{65A130A4-00CF-4C63-942A-B752740CFA8D}">
      <dgm:prSet/>
      <dgm:spPr/>
      <dgm:t>
        <a:bodyPr/>
        <a:lstStyle/>
        <a:p>
          <a:r>
            <a:rPr lang="en-US"/>
            <a:t>Canary / Phased Rollout</a:t>
          </a:r>
        </a:p>
      </dgm:t>
    </dgm:pt>
    <dgm:pt modelId="{F80C9D73-B9C2-41E3-B3DC-68D902757CF3}" type="parTrans" cxnId="{E1D99E8C-EC0F-4E28-9751-B38CE4D9C4C1}">
      <dgm:prSet/>
      <dgm:spPr/>
      <dgm:t>
        <a:bodyPr/>
        <a:lstStyle/>
        <a:p>
          <a:endParaRPr lang="en-US"/>
        </a:p>
      </dgm:t>
    </dgm:pt>
    <dgm:pt modelId="{F786298B-42F3-4666-9C2D-9E7F52C60C6E}" type="sibTrans" cxnId="{E1D99E8C-EC0F-4E28-9751-B38CE4D9C4C1}">
      <dgm:prSet/>
      <dgm:spPr/>
      <dgm:t>
        <a:bodyPr/>
        <a:lstStyle/>
        <a:p>
          <a:endParaRPr lang="en-US"/>
        </a:p>
      </dgm:t>
    </dgm:pt>
    <dgm:pt modelId="{415F003F-9802-413A-82E9-904945AF1FB4}">
      <dgm:prSet/>
      <dgm:spPr/>
      <dgm:t>
        <a:bodyPr/>
        <a:lstStyle/>
        <a:p>
          <a:r>
            <a:rPr lang="en-US"/>
            <a:t>Batched Patching</a:t>
          </a:r>
        </a:p>
      </dgm:t>
    </dgm:pt>
    <dgm:pt modelId="{50A26367-72D8-41A1-B1C4-5B3E21C864A0}" type="parTrans" cxnId="{E6E274AC-2C22-4216-8E94-D286BBC1E82C}">
      <dgm:prSet/>
      <dgm:spPr/>
      <dgm:t>
        <a:bodyPr/>
        <a:lstStyle/>
        <a:p>
          <a:endParaRPr lang="en-US"/>
        </a:p>
      </dgm:t>
    </dgm:pt>
    <dgm:pt modelId="{852BBD35-BF87-47FA-9AEA-30E9C4C62CD6}" type="sibTrans" cxnId="{E6E274AC-2C22-4216-8E94-D286BBC1E82C}">
      <dgm:prSet/>
      <dgm:spPr/>
      <dgm:t>
        <a:bodyPr/>
        <a:lstStyle/>
        <a:p>
          <a:endParaRPr lang="en-US"/>
        </a:p>
      </dgm:t>
    </dgm:pt>
    <dgm:pt modelId="{953A5DC2-F8BD-423F-8BF9-D5866C450279}">
      <dgm:prSet/>
      <dgm:spPr/>
      <dgm:t>
        <a:bodyPr/>
        <a:lstStyle/>
        <a:p>
          <a:r>
            <a:rPr lang="en-US"/>
            <a:t>Failure Detection (Within Run)</a:t>
          </a:r>
        </a:p>
      </dgm:t>
    </dgm:pt>
    <dgm:pt modelId="{4482F96A-9AAC-4412-B404-31C251392B4E}" type="parTrans" cxnId="{5EA45EC9-9E32-4E4C-899F-84C0C7B8FDA5}">
      <dgm:prSet/>
      <dgm:spPr/>
      <dgm:t>
        <a:bodyPr/>
        <a:lstStyle/>
        <a:p>
          <a:endParaRPr lang="en-US"/>
        </a:p>
      </dgm:t>
    </dgm:pt>
    <dgm:pt modelId="{4B29A406-10EA-46D0-B832-059B913B11BF}" type="sibTrans" cxnId="{5EA45EC9-9E32-4E4C-899F-84C0C7B8FDA5}">
      <dgm:prSet/>
      <dgm:spPr/>
      <dgm:t>
        <a:bodyPr/>
        <a:lstStyle/>
        <a:p>
          <a:endParaRPr lang="en-US"/>
        </a:p>
      </dgm:t>
    </dgm:pt>
    <dgm:pt modelId="{958BB1A6-FA0F-4980-8E44-02C51810663E}">
      <dgm:prSet/>
      <dgm:spPr/>
      <dgm:t>
        <a:bodyPr/>
        <a:lstStyle/>
        <a:p>
          <a:r>
            <a:rPr lang="en-US"/>
            <a:t>Patch Scope (RHEL – Security Only)</a:t>
          </a:r>
        </a:p>
      </dgm:t>
    </dgm:pt>
    <dgm:pt modelId="{497153DD-6BE5-4D80-B00E-8158A9B95CCD}" type="parTrans" cxnId="{E85D2024-5DF9-4097-BEF5-CE6167070936}">
      <dgm:prSet/>
      <dgm:spPr/>
      <dgm:t>
        <a:bodyPr/>
        <a:lstStyle/>
        <a:p>
          <a:endParaRPr lang="en-US"/>
        </a:p>
      </dgm:t>
    </dgm:pt>
    <dgm:pt modelId="{2390B37E-E7FD-4A0C-A822-F5C0C9BF39FF}" type="sibTrans" cxnId="{E85D2024-5DF9-4097-BEF5-CE6167070936}">
      <dgm:prSet/>
      <dgm:spPr/>
      <dgm:t>
        <a:bodyPr/>
        <a:lstStyle/>
        <a:p>
          <a:endParaRPr lang="en-US"/>
        </a:p>
      </dgm:t>
    </dgm:pt>
    <dgm:pt modelId="{2B2BFD19-FE2F-48D1-A589-DBF3EFA51AAC}">
      <dgm:prSet/>
      <dgm:spPr/>
      <dgm:t>
        <a:bodyPr/>
        <a:lstStyle/>
        <a:p>
          <a:r>
            <a:rPr lang="en-US"/>
            <a:t>Patch Baseline (Windows – CVE Only)</a:t>
          </a:r>
        </a:p>
      </dgm:t>
    </dgm:pt>
    <dgm:pt modelId="{31C3CA9D-1007-4741-A6C3-EDC737ABC50D}" type="parTrans" cxnId="{03A483CE-3FEF-4896-A57B-8688D41B1997}">
      <dgm:prSet/>
      <dgm:spPr/>
      <dgm:t>
        <a:bodyPr/>
        <a:lstStyle/>
        <a:p>
          <a:endParaRPr lang="en-US"/>
        </a:p>
      </dgm:t>
    </dgm:pt>
    <dgm:pt modelId="{BB39068E-0606-4196-9C37-AAFC792CBE6C}" type="sibTrans" cxnId="{03A483CE-3FEF-4896-A57B-8688D41B1997}">
      <dgm:prSet/>
      <dgm:spPr/>
      <dgm:t>
        <a:bodyPr/>
        <a:lstStyle/>
        <a:p>
          <a:endParaRPr lang="en-US"/>
        </a:p>
      </dgm:t>
    </dgm:pt>
    <dgm:pt modelId="{65381AD5-3F6E-4550-8189-84A8798A7E22}">
      <dgm:prSet/>
      <dgm:spPr/>
      <dgm:t>
        <a:bodyPr/>
        <a:lstStyle/>
        <a:p>
          <a:r>
            <a:rPr lang="en-US"/>
            <a:t>Reboot Behavior (Windows)</a:t>
          </a:r>
        </a:p>
      </dgm:t>
    </dgm:pt>
    <dgm:pt modelId="{84250321-14B3-4C4F-BB0F-FE817B213A97}" type="parTrans" cxnId="{599236E8-086D-4869-94B7-AED42F97406E}">
      <dgm:prSet/>
      <dgm:spPr/>
      <dgm:t>
        <a:bodyPr/>
        <a:lstStyle/>
        <a:p>
          <a:endParaRPr lang="en-US"/>
        </a:p>
      </dgm:t>
    </dgm:pt>
    <dgm:pt modelId="{96D0CEB4-094D-4124-B435-67F6831A451A}" type="sibTrans" cxnId="{599236E8-086D-4869-94B7-AED42F97406E}">
      <dgm:prSet/>
      <dgm:spPr/>
      <dgm:t>
        <a:bodyPr/>
        <a:lstStyle/>
        <a:p>
          <a:endParaRPr lang="en-US"/>
        </a:p>
      </dgm:t>
    </dgm:pt>
    <dgm:pt modelId="{B9554D7A-BAFB-4AC3-A037-87640BA026B2}">
      <dgm:prSet/>
      <dgm:spPr/>
      <dgm:t>
        <a:bodyPr/>
        <a:lstStyle/>
        <a:p>
          <a:r>
            <a:rPr lang="en-US"/>
            <a:t>Workflow Failure Notification (SNS)</a:t>
          </a:r>
        </a:p>
      </dgm:t>
    </dgm:pt>
    <dgm:pt modelId="{8428C5BA-B92B-46FA-AF86-D874C908CCAE}" type="parTrans" cxnId="{A76ED6CA-C4FD-47B5-9BFC-62C88EC9BA36}">
      <dgm:prSet/>
      <dgm:spPr/>
      <dgm:t>
        <a:bodyPr/>
        <a:lstStyle/>
        <a:p>
          <a:endParaRPr lang="en-US"/>
        </a:p>
      </dgm:t>
    </dgm:pt>
    <dgm:pt modelId="{63D72FCD-AC11-46CB-8034-CA5E72625B3B}" type="sibTrans" cxnId="{A76ED6CA-C4FD-47B5-9BFC-62C88EC9BA36}">
      <dgm:prSet/>
      <dgm:spPr/>
      <dgm:t>
        <a:bodyPr/>
        <a:lstStyle/>
        <a:p>
          <a:endParaRPr lang="en-US"/>
        </a:p>
      </dgm:t>
    </dgm:pt>
    <dgm:pt modelId="{A5FEB043-0A89-4D2E-ADD7-CED05D2D6048}" type="pres">
      <dgm:prSet presAssocID="{EF2C9AE7-0944-412B-8EF4-AD304975217C}" presName="diagram" presStyleCnt="0">
        <dgm:presLayoutVars>
          <dgm:dir/>
          <dgm:resizeHandles val="exact"/>
        </dgm:presLayoutVars>
      </dgm:prSet>
      <dgm:spPr/>
    </dgm:pt>
    <dgm:pt modelId="{87483018-3BD7-452B-9861-F055D6865A56}" type="pres">
      <dgm:prSet presAssocID="{A807983B-EB77-4FF3-8FB2-B2244502C819}" presName="node" presStyleLbl="node1" presStyleIdx="0" presStyleCnt="14">
        <dgm:presLayoutVars>
          <dgm:bulletEnabled val="1"/>
        </dgm:presLayoutVars>
      </dgm:prSet>
      <dgm:spPr/>
    </dgm:pt>
    <dgm:pt modelId="{0F322A8A-A3F3-4EC5-BD44-F49E502F0774}" type="pres">
      <dgm:prSet presAssocID="{F211D642-EED6-48E3-922B-53FFBDA03453}" presName="sibTrans" presStyleCnt="0"/>
      <dgm:spPr/>
    </dgm:pt>
    <dgm:pt modelId="{1E4D22C7-8995-4F66-9918-39F98351694B}" type="pres">
      <dgm:prSet presAssocID="{3E53C48F-C540-4A22-AE66-E2B2F6F973B7}" presName="node" presStyleLbl="node1" presStyleIdx="1" presStyleCnt="14">
        <dgm:presLayoutVars>
          <dgm:bulletEnabled val="1"/>
        </dgm:presLayoutVars>
      </dgm:prSet>
      <dgm:spPr/>
    </dgm:pt>
    <dgm:pt modelId="{C1A38AA0-6A32-4B0D-873A-942E57564D59}" type="pres">
      <dgm:prSet presAssocID="{EC8D3C30-DAFB-493E-AA0B-741BBC53BF95}" presName="sibTrans" presStyleCnt="0"/>
      <dgm:spPr/>
    </dgm:pt>
    <dgm:pt modelId="{05E0C3F4-1570-49C4-ACB6-3D2C225EB63E}" type="pres">
      <dgm:prSet presAssocID="{CDAC2C2A-7E32-4D2B-A9D0-8DF1B84DB4F1}" presName="node" presStyleLbl="node1" presStyleIdx="2" presStyleCnt="14">
        <dgm:presLayoutVars>
          <dgm:bulletEnabled val="1"/>
        </dgm:presLayoutVars>
      </dgm:prSet>
      <dgm:spPr/>
    </dgm:pt>
    <dgm:pt modelId="{B6706499-5926-4B25-95C7-A966D2746E2C}" type="pres">
      <dgm:prSet presAssocID="{25017C63-E711-476D-84C5-CE59AF45A51D}" presName="sibTrans" presStyleCnt="0"/>
      <dgm:spPr/>
    </dgm:pt>
    <dgm:pt modelId="{63082B53-EF5E-4BB3-8804-C129DC79ADDF}" type="pres">
      <dgm:prSet presAssocID="{32A1412B-1620-4946-B1D6-6055E4F0B0CC}" presName="node" presStyleLbl="node1" presStyleIdx="3" presStyleCnt="14">
        <dgm:presLayoutVars>
          <dgm:bulletEnabled val="1"/>
        </dgm:presLayoutVars>
      </dgm:prSet>
      <dgm:spPr/>
    </dgm:pt>
    <dgm:pt modelId="{B0C21865-887F-4432-8B41-8A9C65051193}" type="pres">
      <dgm:prSet presAssocID="{250E25E6-DA01-41F6-8F79-2F7727FB3DAE}" presName="sibTrans" presStyleCnt="0"/>
      <dgm:spPr/>
    </dgm:pt>
    <dgm:pt modelId="{2E362945-2982-4171-852A-B87FE45814CE}" type="pres">
      <dgm:prSet presAssocID="{73C032C0-EA8C-42C3-B249-95078179CBC2}" presName="node" presStyleLbl="node1" presStyleIdx="4" presStyleCnt="14">
        <dgm:presLayoutVars>
          <dgm:bulletEnabled val="1"/>
        </dgm:presLayoutVars>
      </dgm:prSet>
      <dgm:spPr/>
    </dgm:pt>
    <dgm:pt modelId="{3BE97EB6-03E2-4E38-9C73-5CD7BFA33940}" type="pres">
      <dgm:prSet presAssocID="{116EE123-99EE-4473-B59D-BF7020FDEF19}" presName="sibTrans" presStyleCnt="0"/>
      <dgm:spPr/>
    </dgm:pt>
    <dgm:pt modelId="{BFEC3343-EC1D-405A-9AA5-2C6527061187}" type="pres">
      <dgm:prSet presAssocID="{C11A88B8-FF8C-43A7-AAE9-19F827249125}" presName="node" presStyleLbl="node1" presStyleIdx="5" presStyleCnt="14">
        <dgm:presLayoutVars>
          <dgm:bulletEnabled val="1"/>
        </dgm:presLayoutVars>
      </dgm:prSet>
      <dgm:spPr/>
    </dgm:pt>
    <dgm:pt modelId="{C83C0961-FF0E-4332-A1CC-7C3B07EF9676}" type="pres">
      <dgm:prSet presAssocID="{95BF7781-15B9-458C-9B4C-6B9970BA95B1}" presName="sibTrans" presStyleCnt="0"/>
      <dgm:spPr/>
    </dgm:pt>
    <dgm:pt modelId="{E23EAAF0-79F1-4388-9AE9-892CEDB4410D}" type="pres">
      <dgm:prSet presAssocID="{14C089C1-9C0E-41C5-AE51-559BE3B93FFF}" presName="node" presStyleLbl="node1" presStyleIdx="6" presStyleCnt="14">
        <dgm:presLayoutVars>
          <dgm:bulletEnabled val="1"/>
        </dgm:presLayoutVars>
      </dgm:prSet>
      <dgm:spPr/>
    </dgm:pt>
    <dgm:pt modelId="{46C9974E-3759-49C3-820E-4AE4F096ECBB}" type="pres">
      <dgm:prSet presAssocID="{8E64F58C-9E48-468C-94CB-E607E1928998}" presName="sibTrans" presStyleCnt="0"/>
      <dgm:spPr/>
    </dgm:pt>
    <dgm:pt modelId="{5617A547-39A1-45C4-B5E8-B8C83B098C76}" type="pres">
      <dgm:prSet presAssocID="{65A130A4-00CF-4C63-942A-B752740CFA8D}" presName="node" presStyleLbl="node1" presStyleIdx="7" presStyleCnt="14">
        <dgm:presLayoutVars>
          <dgm:bulletEnabled val="1"/>
        </dgm:presLayoutVars>
      </dgm:prSet>
      <dgm:spPr/>
    </dgm:pt>
    <dgm:pt modelId="{3EB25806-EA5D-4040-B2D2-3C6A19E945D9}" type="pres">
      <dgm:prSet presAssocID="{F786298B-42F3-4666-9C2D-9E7F52C60C6E}" presName="sibTrans" presStyleCnt="0"/>
      <dgm:spPr/>
    </dgm:pt>
    <dgm:pt modelId="{64A688FE-8396-4496-8614-2A20518FFD60}" type="pres">
      <dgm:prSet presAssocID="{415F003F-9802-413A-82E9-904945AF1FB4}" presName="node" presStyleLbl="node1" presStyleIdx="8" presStyleCnt="14">
        <dgm:presLayoutVars>
          <dgm:bulletEnabled val="1"/>
        </dgm:presLayoutVars>
      </dgm:prSet>
      <dgm:spPr/>
    </dgm:pt>
    <dgm:pt modelId="{C8C75F18-0A7B-47CF-89A1-EA47AA60CFE2}" type="pres">
      <dgm:prSet presAssocID="{852BBD35-BF87-47FA-9AEA-30E9C4C62CD6}" presName="sibTrans" presStyleCnt="0"/>
      <dgm:spPr/>
    </dgm:pt>
    <dgm:pt modelId="{38F65C18-61D3-46C1-9639-B26089F0F668}" type="pres">
      <dgm:prSet presAssocID="{953A5DC2-F8BD-423F-8BF9-D5866C450279}" presName="node" presStyleLbl="node1" presStyleIdx="9" presStyleCnt="14">
        <dgm:presLayoutVars>
          <dgm:bulletEnabled val="1"/>
        </dgm:presLayoutVars>
      </dgm:prSet>
      <dgm:spPr/>
    </dgm:pt>
    <dgm:pt modelId="{EDFC00AC-7A52-4B37-AD3E-50321A7B1566}" type="pres">
      <dgm:prSet presAssocID="{4B29A406-10EA-46D0-B832-059B913B11BF}" presName="sibTrans" presStyleCnt="0"/>
      <dgm:spPr/>
    </dgm:pt>
    <dgm:pt modelId="{57E67D1E-6764-4331-86FF-C989A759F81D}" type="pres">
      <dgm:prSet presAssocID="{958BB1A6-FA0F-4980-8E44-02C51810663E}" presName="node" presStyleLbl="node1" presStyleIdx="10" presStyleCnt="14">
        <dgm:presLayoutVars>
          <dgm:bulletEnabled val="1"/>
        </dgm:presLayoutVars>
      </dgm:prSet>
      <dgm:spPr/>
    </dgm:pt>
    <dgm:pt modelId="{6EF21DB4-F0F8-4A65-BFD5-977A90557C3E}" type="pres">
      <dgm:prSet presAssocID="{2390B37E-E7FD-4A0C-A822-F5C0C9BF39FF}" presName="sibTrans" presStyleCnt="0"/>
      <dgm:spPr/>
    </dgm:pt>
    <dgm:pt modelId="{D98CAD77-83EE-4FC5-A553-563BF8A20377}" type="pres">
      <dgm:prSet presAssocID="{2B2BFD19-FE2F-48D1-A589-DBF3EFA51AAC}" presName="node" presStyleLbl="node1" presStyleIdx="11" presStyleCnt="14">
        <dgm:presLayoutVars>
          <dgm:bulletEnabled val="1"/>
        </dgm:presLayoutVars>
      </dgm:prSet>
      <dgm:spPr/>
    </dgm:pt>
    <dgm:pt modelId="{AADB342B-E4AC-4993-A93A-A9D9D201957D}" type="pres">
      <dgm:prSet presAssocID="{BB39068E-0606-4196-9C37-AAFC792CBE6C}" presName="sibTrans" presStyleCnt="0"/>
      <dgm:spPr/>
    </dgm:pt>
    <dgm:pt modelId="{11B1BEF6-0AAF-4666-A570-7D40043FE5CD}" type="pres">
      <dgm:prSet presAssocID="{65381AD5-3F6E-4550-8189-84A8798A7E22}" presName="node" presStyleLbl="node1" presStyleIdx="12" presStyleCnt="14">
        <dgm:presLayoutVars>
          <dgm:bulletEnabled val="1"/>
        </dgm:presLayoutVars>
      </dgm:prSet>
      <dgm:spPr/>
    </dgm:pt>
    <dgm:pt modelId="{197BB3A1-96F1-4D8D-903E-6F788ED63E0C}" type="pres">
      <dgm:prSet presAssocID="{96D0CEB4-094D-4124-B435-67F6831A451A}" presName="sibTrans" presStyleCnt="0"/>
      <dgm:spPr/>
    </dgm:pt>
    <dgm:pt modelId="{B742F780-9C07-41AF-A5EB-81280F70A587}" type="pres">
      <dgm:prSet presAssocID="{B9554D7A-BAFB-4AC3-A037-87640BA026B2}" presName="node" presStyleLbl="node1" presStyleIdx="13" presStyleCnt="14">
        <dgm:presLayoutVars>
          <dgm:bulletEnabled val="1"/>
        </dgm:presLayoutVars>
      </dgm:prSet>
      <dgm:spPr/>
    </dgm:pt>
  </dgm:ptLst>
  <dgm:cxnLst>
    <dgm:cxn modelId="{E85D2024-5DF9-4097-BEF5-CE6167070936}" srcId="{EF2C9AE7-0944-412B-8EF4-AD304975217C}" destId="{958BB1A6-FA0F-4980-8E44-02C51810663E}" srcOrd="10" destOrd="0" parTransId="{497153DD-6BE5-4D80-B00E-8158A9B95CCD}" sibTransId="{2390B37E-E7FD-4A0C-A822-F5C0C9BF39FF}"/>
    <dgm:cxn modelId="{396D3B32-882C-4801-8F0B-CA8756DC8B01}" type="presOf" srcId="{65A130A4-00CF-4C63-942A-B752740CFA8D}" destId="{5617A547-39A1-45C4-B5E8-B8C83B098C76}" srcOrd="0" destOrd="0" presId="urn:microsoft.com/office/officeart/2005/8/layout/default"/>
    <dgm:cxn modelId="{0F60513C-B20F-479E-8318-244EC86774C8}" srcId="{EF2C9AE7-0944-412B-8EF4-AD304975217C}" destId="{32A1412B-1620-4946-B1D6-6055E4F0B0CC}" srcOrd="3" destOrd="0" parTransId="{F6307D45-AF0C-4FBE-AD9D-C33F997879BD}" sibTransId="{250E25E6-DA01-41F6-8F79-2F7727FB3DAE}"/>
    <dgm:cxn modelId="{C3834A41-64A0-4FFB-A767-19F680658267}" type="presOf" srcId="{3E53C48F-C540-4A22-AE66-E2B2F6F973B7}" destId="{1E4D22C7-8995-4F66-9918-39F98351694B}" srcOrd="0" destOrd="0" presId="urn:microsoft.com/office/officeart/2005/8/layout/default"/>
    <dgm:cxn modelId="{DFAA8771-E06D-4D84-9C29-99F2596938B4}" type="presOf" srcId="{73C032C0-EA8C-42C3-B249-95078179CBC2}" destId="{2E362945-2982-4171-852A-B87FE45814CE}" srcOrd="0" destOrd="0" presId="urn:microsoft.com/office/officeart/2005/8/layout/default"/>
    <dgm:cxn modelId="{C3282874-7948-48C0-9DDE-4DA73B7C1A83}" type="presOf" srcId="{CDAC2C2A-7E32-4D2B-A9D0-8DF1B84DB4F1}" destId="{05E0C3F4-1570-49C4-ACB6-3D2C225EB63E}" srcOrd="0" destOrd="0" presId="urn:microsoft.com/office/officeart/2005/8/layout/default"/>
    <dgm:cxn modelId="{8AC77F79-98C2-4FBA-8FB6-F72CFFCF802C}" type="presOf" srcId="{415F003F-9802-413A-82E9-904945AF1FB4}" destId="{64A688FE-8396-4496-8614-2A20518FFD60}" srcOrd="0" destOrd="0" presId="urn:microsoft.com/office/officeart/2005/8/layout/default"/>
    <dgm:cxn modelId="{11F67F8A-99EE-4EF5-A2AE-91AEF697AF78}" type="presOf" srcId="{A807983B-EB77-4FF3-8FB2-B2244502C819}" destId="{87483018-3BD7-452B-9861-F055D6865A56}" srcOrd="0" destOrd="0" presId="urn:microsoft.com/office/officeart/2005/8/layout/default"/>
    <dgm:cxn modelId="{E1D99E8C-EC0F-4E28-9751-B38CE4D9C4C1}" srcId="{EF2C9AE7-0944-412B-8EF4-AD304975217C}" destId="{65A130A4-00CF-4C63-942A-B752740CFA8D}" srcOrd="7" destOrd="0" parTransId="{F80C9D73-B9C2-41E3-B3DC-68D902757CF3}" sibTransId="{F786298B-42F3-4666-9C2D-9E7F52C60C6E}"/>
    <dgm:cxn modelId="{F7508391-CF68-4165-95B0-8325F74439BC}" type="presOf" srcId="{953A5DC2-F8BD-423F-8BF9-D5866C450279}" destId="{38F65C18-61D3-46C1-9639-B26089F0F668}" srcOrd="0" destOrd="0" presId="urn:microsoft.com/office/officeart/2005/8/layout/default"/>
    <dgm:cxn modelId="{72441E96-C244-47A7-98DF-77EBF3993EE7}" srcId="{EF2C9AE7-0944-412B-8EF4-AD304975217C}" destId="{CDAC2C2A-7E32-4D2B-A9D0-8DF1B84DB4F1}" srcOrd="2" destOrd="0" parTransId="{AB5C5624-D22E-4BCF-B887-92DACB01CE81}" sibTransId="{25017C63-E711-476D-84C5-CE59AF45A51D}"/>
    <dgm:cxn modelId="{E6E274AC-2C22-4216-8E94-D286BBC1E82C}" srcId="{EF2C9AE7-0944-412B-8EF4-AD304975217C}" destId="{415F003F-9802-413A-82E9-904945AF1FB4}" srcOrd="8" destOrd="0" parTransId="{50A26367-72D8-41A1-B1C4-5B3E21C864A0}" sibTransId="{852BBD35-BF87-47FA-9AEA-30E9C4C62CD6}"/>
    <dgm:cxn modelId="{95839FAD-F0EC-47BC-B501-6416752386D7}" srcId="{EF2C9AE7-0944-412B-8EF4-AD304975217C}" destId="{A807983B-EB77-4FF3-8FB2-B2244502C819}" srcOrd="0" destOrd="0" parTransId="{C26AAC60-78F6-445E-8D4C-13E958C131B9}" sibTransId="{F211D642-EED6-48E3-922B-53FFBDA03453}"/>
    <dgm:cxn modelId="{1946B2AE-D934-4340-BC92-2400A50054CC}" type="presOf" srcId="{958BB1A6-FA0F-4980-8E44-02C51810663E}" destId="{57E67D1E-6764-4331-86FF-C989A759F81D}" srcOrd="0" destOrd="0" presId="urn:microsoft.com/office/officeart/2005/8/layout/default"/>
    <dgm:cxn modelId="{AD64ACB2-C9AE-4CF8-8CC1-B6D37B92A29F}" type="presOf" srcId="{32A1412B-1620-4946-B1D6-6055E4F0B0CC}" destId="{63082B53-EF5E-4BB3-8804-C129DC79ADDF}" srcOrd="0" destOrd="0" presId="urn:microsoft.com/office/officeart/2005/8/layout/default"/>
    <dgm:cxn modelId="{5EA45EC9-9E32-4E4C-899F-84C0C7B8FDA5}" srcId="{EF2C9AE7-0944-412B-8EF4-AD304975217C}" destId="{953A5DC2-F8BD-423F-8BF9-D5866C450279}" srcOrd="9" destOrd="0" parTransId="{4482F96A-9AAC-4412-B404-31C251392B4E}" sibTransId="{4B29A406-10EA-46D0-B832-059B913B11BF}"/>
    <dgm:cxn modelId="{A76ED6CA-C4FD-47B5-9BFC-62C88EC9BA36}" srcId="{EF2C9AE7-0944-412B-8EF4-AD304975217C}" destId="{B9554D7A-BAFB-4AC3-A037-87640BA026B2}" srcOrd="13" destOrd="0" parTransId="{8428C5BA-B92B-46FA-AF86-D874C908CCAE}" sibTransId="{63D72FCD-AC11-46CB-8034-CA5E72625B3B}"/>
    <dgm:cxn modelId="{03A483CE-3FEF-4896-A57B-8688D41B1997}" srcId="{EF2C9AE7-0944-412B-8EF4-AD304975217C}" destId="{2B2BFD19-FE2F-48D1-A589-DBF3EFA51AAC}" srcOrd="11" destOrd="0" parTransId="{31C3CA9D-1007-4741-A6C3-EDC737ABC50D}" sibTransId="{BB39068E-0606-4196-9C37-AAFC792CBE6C}"/>
    <dgm:cxn modelId="{9E0CAFD0-ED30-41B5-A910-42848BD87F65}" type="presOf" srcId="{B9554D7A-BAFB-4AC3-A037-87640BA026B2}" destId="{B742F780-9C07-41AF-A5EB-81280F70A587}" srcOrd="0" destOrd="0" presId="urn:microsoft.com/office/officeart/2005/8/layout/default"/>
    <dgm:cxn modelId="{0538D5D4-4F3C-48E1-9828-E5AF52B15DFA}" type="presOf" srcId="{EF2C9AE7-0944-412B-8EF4-AD304975217C}" destId="{A5FEB043-0A89-4D2E-ADD7-CED05D2D6048}" srcOrd="0" destOrd="0" presId="urn:microsoft.com/office/officeart/2005/8/layout/default"/>
    <dgm:cxn modelId="{799860D9-9CA2-4622-AAC2-0F1F826E3D48}" type="presOf" srcId="{65381AD5-3F6E-4550-8189-84A8798A7E22}" destId="{11B1BEF6-0AAF-4666-A570-7D40043FE5CD}" srcOrd="0" destOrd="0" presId="urn:microsoft.com/office/officeart/2005/8/layout/default"/>
    <dgm:cxn modelId="{B4753AE3-1A89-4860-8C53-D4D5328824FD}" type="presOf" srcId="{14C089C1-9C0E-41C5-AE51-559BE3B93FFF}" destId="{E23EAAF0-79F1-4388-9AE9-892CEDB4410D}" srcOrd="0" destOrd="0" presId="urn:microsoft.com/office/officeart/2005/8/layout/default"/>
    <dgm:cxn modelId="{416D34E5-42DC-4299-85AB-B07A6C541ECD}" srcId="{EF2C9AE7-0944-412B-8EF4-AD304975217C}" destId="{3E53C48F-C540-4A22-AE66-E2B2F6F973B7}" srcOrd="1" destOrd="0" parTransId="{FCA0A32C-A58D-43F7-AA83-16D1EF2A9759}" sibTransId="{EC8D3C30-DAFB-493E-AA0B-741BBC53BF95}"/>
    <dgm:cxn modelId="{18A1D3E7-922B-4C2D-BFB1-00119BC663E9}" srcId="{EF2C9AE7-0944-412B-8EF4-AD304975217C}" destId="{73C032C0-EA8C-42C3-B249-95078179CBC2}" srcOrd="4" destOrd="0" parTransId="{A0C37544-F915-415F-B6C1-F84E3A44C5A2}" sibTransId="{116EE123-99EE-4473-B59D-BF7020FDEF19}"/>
    <dgm:cxn modelId="{599236E8-086D-4869-94B7-AED42F97406E}" srcId="{EF2C9AE7-0944-412B-8EF4-AD304975217C}" destId="{65381AD5-3F6E-4550-8189-84A8798A7E22}" srcOrd="12" destOrd="0" parTransId="{84250321-14B3-4C4F-BB0F-FE817B213A97}" sibTransId="{96D0CEB4-094D-4124-B435-67F6831A451A}"/>
    <dgm:cxn modelId="{A4829AF0-762E-4BA8-A98B-6F02704371D7}" type="presOf" srcId="{2B2BFD19-FE2F-48D1-A589-DBF3EFA51AAC}" destId="{D98CAD77-83EE-4FC5-A553-563BF8A20377}" srcOrd="0" destOrd="0" presId="urn:microsoft.com/office/officeart/2005/8/layout/default"/>
    <dgm:cxn modelId="{DC6B6AF1-F64C-4725-8458-F8B085AC52F9}" srcId="{EF2C9AE7-0944-412B-8EF4-AD304975217C}" destId="{C11A88B8-FF8C-43A7-AAE9-19F827249125}" srcOrd="5" destOrd="0" parTransId="{20D9F440-B162-456B-8ABC-3CFA97D9C81B}" sibTransId="{95BF7781-15B9-458C-9B4C-6B9970BA95B1}"/>
    <dgm:cxn modelId="{3BB0EAF7-3E87-41F2-AABC-623F6D11F923}" srcId="{EF2C9AE7-0944-412B-8EF4-AD304975217C}" destId="{14C089C1-9C0E-41C5-AE51-559BE3B93FFF}" srcOrd="6" destOrd="0" parTransId="{EDCBD303-C714-4666-9CD1-A0B49EFCFD5C}" sibTransId="{8E64F58C-9E48-468C-94CB-E607E1928998}"/>
    <dgm:cxn modelId="{4907BBFE-E01C-4EC5-B1CB-E914BD67BEEF}" type="presOf" srcId="{C11A88B8-FF8C-43A7-AAE9-19F827249125}" destId="{BFEC3343-EC1D-405A-9AA5-2C6527061187}" srcOrd="0" destOrd="0" presId="urn:microsoft.com/office/officeart/2005/8/layout/default"/>
    <dgm:cxn modelId="{ED09264F-213D-49AA-80CE-EBBB4D4C94F4}" type="presParOf" srcId="{A5FEB043-0A89-4D2E-ADD7-CED05D2D6048}" destId="{87483018-3BD7-452B-9861-F055D6865A56}" srcOrd="0" destOrd="0" presId="urn:microsoft.com/office/officeart/2005/8/layout/default"/>
    <dgm:cxn modelId="{7BE7B67C-4E3E-4906-BBE5-27A2E110D0EC}" type="presParOf" srcId="{A5FEB043-0A89-4D2E-ADD7-CED05D2D6048}" destId="{0F322A8A-A3F3-4EC5-BD44-F49E502F0774}" srcOrd="1" destOrd="0" presId="urn:microsoft.com/office/officeart/2005/8/layout/default"/>
    <dgm:cxn modelId="{F3DA7B26-E33C-4692-A01B-C6082F153A68}" type="presParOf" srcId="{A5FEB043-0A89-4D2E-ADD7-CED05D2D6048}" destId="{1E4D22C7-8995-4F66-9918-39F98351694B}" srcOrd="2" destOrd="0" presId="urn:microsoft.com/office/officeart/2005/8/layout/default"/>
    <dgm:cxn modelId="{2E97DB97-C5FF-4EE5-ABE4-39DA4963647A}" type="presParOf" srcId="{A5FEB043-0A89-4D2E-ADD7-CED05D2D6048}" destId="{C1A38AA0-6A32-4B0D-873A-942E57564D59}" srcOrd="3" destOrd="0" presId="urn:microsoft.com/office/officeart/2005/8/layout/default"/>
    <dgm:cxn modelId="{2AB10311-E181-4F52-8A6A-989BD38E127B}" type="presParOf" srcId="{A5FEB043-0A89-4D2E-ADD7-CED05D2D6048}" destId="{05E0C3F4-1570-49C4-ACB6-3D2C225EB63E}" srcOrd="4" destOrd="0" presId="urn:microsoft.com/office/officeart/2005/8/layout/default"/>
    <dgm:cxn modelId="{D740617A-D0B3-46EC-8078-10A566F114F5}" type="presParOf" srcId="{A5FEB043-0A89-4D2E-ADD7-CED05D2D6048}" destId="{B6706499-5926-4B25-95C7-A966D2746E2C}" srcOrd="5" destOrd="0" presId="urn:microsoft.com/office/officeart/2005/8/layout/default"/>
    <dgm:cxn modelId="{15A06678-C2E2-4697-B50B-97113256CC90}" type="presParOf" srcId="{A5FEB043-0A89-4D2E-ADD7-CED05D2D6048}" destId="{63082B53-EF5E-4BB3-8804-C129DC79ADDF}" srcOrd="6" destOrd="0" presId="urn:microsoft.com/office/officeart/2005/8/layout/default"/>
    <dgm:cxn modelId="{C7BD14C4-C66D-4B42-A740-8D00C2371F94}" type="presParOf" srcId="{A5FEB043-0A89-4D2E-ADD7-CED05D2D6048}" destId="{B0C21865-887F-4432-8B41-8A9C65051193}" srcOrd="7" destOrd="0" presId="urn:microsoft.com/office/officeart/2005/8/layout/default"/>
    <dgm:cxn modelId="{775FF557-7D10-45E2-86C8-C592478DDF4D}" type="presParOf" srcId="{A5FEB043-0A89-4D2E-ADD7-CED05D2D6048}" destId="{2E362945-2982-4171-852A-B87FE45814CE}" srcOrd="8" destOrd="0" presId="urn:microsoft.com/office/officeart/2005/8/layout/default"/>
    <dgm:cxn modelId="{31359E87-F2B3-4986-8393-B4D894257FA5}" type="presParOf" srcId="{A5FEB043-0A89-4D2E-ADD7-CED05D2D6048}" destId="{3BE97EB6-03E2-4E38-9C73-5CD7BFA33940}" srcOrd="9" destOrd="0" presId="urn:microsoft.com/office/officeart/2005/8/layout/default"/>
    <dgm:cxn modelId="{E7161B44-6461-44C3-9C1B-C259B5F07FF4}" type="presParOf" srcId="{A5FEB043-0A89-4D2E-ADD7-CED05D2D6048}" destId="{BFEC3343-EC1D-405A-9AA5-2C6527061187}" srcOrd="10" destOrd="0" presId="urn:microsoft.com/office/officeart/2005/8/layout/default"/>
    <dgm:cxn modelId="{27BDA1C1-88A3-4783-971E-4DE6680F7B07}" type="presParOf" srcId="{A5FEB043-0A89-4D2E-ADD7-CED05D2D6048}" destId="{C83C0961-FF0E-4332-A1CC-7C3B07EF9676}" srcOrd="11" destOrd="0" presId="urn:microsoft.com/office/officeart/2005/8/layout/default"/>
    <dgm:cxn modelId="{4FF6EA93-8BBC-4F0A-B48A-ADD617D125F3}" type="presParOf" srcId="{A5FEB043-0A89-4D2E-ADD7-CED05D2D6048}" destId="{E23EAAF0-79F1-4388-9AE9-892CEDB4410D}" srcOrd="12" destOrd="0" presId="urn:microsoft.com/office/officeart/2005/8/layout/default"/>
    <dgm:cxn modelId="{15EA0771-71BF-4BA4-B07D-9CCD4325FBB7}" type="presParOf" srcId="{A5FEB043-0A89-4D2E-ADD7-CED05D2D6048}" destId="{46C9974E-3759-49C3-820E-4AE4F096ECBB}" srcOrd="13" destOrd="0" presId="urn:microsoft.com/office/officeart/2005/8/layout/default"/>
    <dgm:cxn modelId="{A3D1A5CC-3EB1-408F-9D27-9B8E167A6878}" type="presParOf" srcId="{A5FEB043-0A89-4D2E-ADD7-CED05D2D6048}" destId="{5617A547-39A1-45C4-B5E8-B8C83B098C76}" srcOrd="14" destOrd="0" presId="urn:microsoft.com/office/officeart/2005/8/layout/default"/>
    <dgm:cxn modelId="{713D40A8-5A00-4F10-BDFD-16DB1F3D416D}" type="presParOf" srcId="{A5FEB043-0A89-4D2E-ADD7-CED05D2D6048}" destId="{3EB25806-EA5D-4040-B2D2-3C6A19E945D9}" srcOrd="15" destOrd="0" presId="urn:microsoft.com/office/officeart/2005/8/layout/default"/>
    <dgm:cxn modelId="{8698227C-4E92-437D-B2A5-37285634426C}" type="presParOf" srcId="{A5FEB043-0A89-4D2E-ADD7-CED05D2D6048}" destId="{64A688FE-8396-4496-8614-2A20518FFD60}" srcOrd="16" destOrd="0" presId="urn:microsoft.com/office/officeart/2005/8/layout/default"/>
    <dgm:cxn modelId="{EE59DC6C-F703-4EF3-9FFA-17B9149C0EFD}" type="presParOf" srcId="{A5FEB043-0A89-4D2E-ADD7-CED05D2D6048}" destId="{C8C75F18-0A7B-47CF-89A1-EA47AA60CFE2}" srcOrd="17" destOrd="0" presId="urn:microsoft.com/office/officeart/2005/8/layout/default"/>
    <dgm:cxn modelId="{031BF531-BE67-45B1-8362-4D437465BBCE}" type="presParOf" srcId="{A5FEB043-0A89-4D2E-ADD7-CED05D2D6048}" destId="{38F65C18-61D3-46C1-9639-B26089F0F668}" srcOrd="18" destOrd="0" presId="urn:microsoft.com/office/officeart/2005/8/layout/default"/>
    <dgm:cxn modelId="{C33E7447-E6AD-492A-835C-FAB004A137B5}" type="presParOf" srcId="{A5FEB043-0A89-4D2E-ADD7-CED05D2D6048}" destId="{EDFC00AC-7A52-4B37-AD3E-50321A7B1566}" srcOrd="19" destOrd="0" presId="urn:microsoft.com/office/officeart/2005/8/layout/default"/>
    <dgm:cxn modelId="{B8E2F8BF-0B06-4831-BC9E-ED7891BB89BF}" type="presParOf" srcId="{A5FEB043-0A89-4D2E-ADD7-CED05D2D6048}" destId="{57E67D1E-6764-4331-86FF-C989A759F81D}" srcOrd="20" destOrd="0" presId="urn:microsoft.com/office/officeart/2005/8/layout/default"/>
    <dgm:cxn modelId="{EA21583D-EB9B-4DDE-94FD-88983383B3DE}" type="presParOf" srcId="{A5FEB043-0A89-4D2E-ADD7-CED05D2D6048}" destId="{6EF21DB4-F0F8-4A65-BFD5-977A90557C3E}" srcOrd="21" destOrd="0" presId="urn:microsoft.com/office/officeart/2005/8/layout/default"/>
    <dgm:cxn modelId="{924C9AD4-F885-4F10-AE8C-E67339A466BA}" type="presParOf" srcId="{A5FEB043-0A89-4D2E-ADD7-CED05D2D6048}" destId="{D98CAD77-83EE-4FC5-A553-563BF8A20377}" srcOrd="22" destOrd="0" presId="urn:microsoft.com/office/officeart/2005/8/layout/default"/>
    <dgm:cxn modelId="{7C6F9356-8D9D-4E65-B76E-57131C02F005}" type="presParOf" srcId="{A5FEB043-0A89-4D2E-ADD7-CED05D2D6048}" destId="{AADB342B-E4AC-4993-A93A-A9D9D201957D}" srcOrd="23" destOrd="0" presId="urn:microsoft.com/office/officeart/2005/8/layout/default"/>
    <dgm:cxn modelId="{96636906-0DE5-4725-B62D-C1603DE072BB}" type="presParOf" srcId="{A5FEB043-0A89-4D2E-ADD7-CED05D2D6048}" destId="{11B1BEF6-0AAF-4666-A570-7D40043FE5CD}" srcOrd="24" destOrd="0" presId="urn:microsoft.com/office/officeart/2005/8/layout/default"/>
    <dgm:cxn modelId="{C46D356E-1A68-4A0B-B102-F8E4CDB90145}" type="presParOf" srcId="{A5FEB043-0A89-4D2E-ADD7-CED05D2D6048}" destId="{197BB3A1-96F1-4D8D-903E-6F788ED63E0C}" srcOrd="25" destOrd="0" presId="urn:microsoft.com/office/officeart/2005/8/layout/default"/>
    <dgm:cxn modelId="{6BA0664D-0C1E-4D75-8D91-9441C37ADBD3}" type="presParOf" srcId="{A5FEB043-0A89-4D2E-ADD7-CED05D2D6048}" destId="{B742F780-9C07-41AF-A5EB-81280F70A587}" srcOrd="2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483018-3BD7-452B-9861-F055D6865A56}">
      <dsp:nvSpPr>
        <dsp:cNvPr id="0" name=""/>
        <dsp:cNvSpPr/>
      </dsp:nvSpPr>
      <dsp:spPr>
        <a:xfrm>
          <a:off x="2801" y="327986"/>
          <a:ext cx="1516716" cy="9100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Circuit-Breaker (CVE Block After Reboot Failure).</a:t>
          </a:r>
        </a:p>
      </dsp:txBody>
      <dsp:txXfrm>
        <a:off x="2801" y="327986"/>
        <a:ext cx="1516716" cy="910029"/>
      </dsp:txXfrm>
    </dsp:sp>
    <dsp:sp modelId="{1E4D22C7-8995-4F66-9918-39F98351694B}">
      <dsp:nvSpPr>
        <dsp:cNvPr id="0" name=""/>
        <dsp:cNvSpPr/>
      </dsp:nvSpPr>
      <dsp:spPr>
        <a:xfrm>
          <a:off x="1671189" y="327986"/>
          <a:ext cx="1516716" cy="9100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CVE Analysis (Bedrock)</a:t>
          </a:r>
        </a:p>
      </dsp:txBody>
      <dsp:txXfrm>
        <a:off x="1671189" y="327986"/>
        <a:ext cx="1516716" cy="910029"/>
      </dsp:txXfrm>
    </dsp:sp>
    <dsp:sp modelId="{05E0C3F4-1570-49C4-ACB6-3D2C225EB63E}">
      <dsp:nvSpPr>
        <dsp:cNvPr id="0" name=""/>
        <dsp:cNvSpPr/>
      </dsp:nvSpPr>
      <dsp:spPr>
        <a:xfrm>
          <a:off x="3339577" y="327986"/>
          <a:ext cx="1516716" cy="9100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Pre-Patch AMI</a:t>
          </a:r>
        </a:p>
      </dsp:txBody>
      <dsp:txXfrm>
        <a:off x="3339577" y="327986"/>
        <a:ext cx="1516716" cy="910029"/>
      </dsp:txXfrm>
    </dsp:sp>
    <dsp:sp modelId="{63082B53-EF5E-4BB3-8804-C129DC79ADDF}">
      <dsp:nvSpPr>
        <dsp:cNvPr id="0" name=""/>
        <dsp:cNvSpPr/>
      </dsp:nvSpPr>
      <dsp:spPr>
        <a:xfrm>
          <a:off x="5007965" y="327986"/>
          <a:ext cx="1516716" cy="91002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Dry-Run Mode</a:t>
          </a:r>
        </a:p>
      </dsp:txBody>
      <dsp:txXfrm>
        <a:off x="5007965" y="327986"/>
        <a:ext cx="1516716" cy="910029"/>
      </dsp:txXfrm>
    </dsp:sp>
    <dsp:sp modelId="{2E362945-2982-4171-852A-B87FE45814CE}">
      <dsp:nvSpPr>
        <dsp:cNvPr id="0" name=""/>
        <dsp:cNvSpPr/>
      </dsp:nvSpPr>
      <dsp:spPr>
        <a:xfrm>
          <a:off x="6676353" y="327986"/>
          <a:ext cx="1516716" cy="91002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Maintenance Window</a:t>
          </a:r>
        </a:p>
      </dsp:txBody>
      <dsp:txXfrm>
        <a:off x="6676353" y="327986"/>
        <a:ext cx="1516716" cy="910029"/>
      </dsp:txXfrm>
    </dsp:sp>
    <dsp:sp modelId="{BFEC3343-EC1D-405A-9AA5-2C6527061187}">
      <dsp:nvSpPr>
        <dsp:cNvPr id="0" name=""/>
        <dsp:cNvSpPr/>
      </dsp:nvSpPr>
      <dsp:spPr>
        <a:xfrm>
          <a:off x="2801" y="1389687"/>
          <a:ext cx="1516716" cy="9100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Instance Exclusion (PatchExcluded Tag)</a:t>
          </a:r>
        </a:p>
      </dsp:txBody>
      <dsp:txXfrm>
        <a:off x="2801" y="1389687"/>
        <a:ext cx="1516716" cy="910029"/>
      </dsp:txXfrm>
    </dsp:sp>
    <dsp:sp modelId="{E23EAAF0-79F1-4388-9AE9-892CEDB4410D}">
      <dsp:nvSpPr>
        <dsp:cNvPr id="0" name=""/>
        <dsp:cNvSpPr/>
      </dsp:nvSpPr>
      <dsp:spPr>
        <a:xfrm>
          <a:off x="1671189" y="1389687"/>
          <a:ext cx="1516716" cy="9100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SSM Agent Health Pre-Check</a:t>
          </a:r>
        </a:p>
      </dsp:txBody>
      <dsp:txXfrm>
        <a:off x="1671189" y="1389687"/>
        <a:ext cx="1516716" cy="910029"/>
      </dsp:txXfrm>
    </dsp:sp>
    <dsp:sp modelId="{5617A547-39A1-45C4-B5E8-B8C83B098C76}">
      <dsp:nvSpPr>
        <dsp:cNvPr id="0" name=""/>
        <dsp:cNvSpPr/>
      </dsp:nvSpPr>
      <dsp:spPr>
        <a:xfrm>
          <a:off x="3339577" y="1389687"/>
          <a:ext cx="1516716" cy="9100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Canary / Phased Rollout</a:t>
          </a:r>
        </a:p>
      </dsp:txBody>
      <dsp:txXfrm>
        <a:off x="3339577" y="1389687"/>
        <a:ext cx="1516716" cy="910029"/>
      </dsp:txXfrm>
    </dsp:sp>
    <dsp:sp modelId="{64A688FE-8396-4496-8614-2A20518FFD60}">
      <dsp:nvSpPr>
        <dsp:cNvPr id="0" name=""/>
        <dsp:cNvSpPr/>
      </dsp:nvSpPr>
      <dsp:spPr>
        <a:xfrm>
          <a:off x="5007965" y="1389687"/>
          <a:ext cx="1516716" cy="91002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Batched Patching</a:t>
          </a:r>
        </a:p>
      </dsp:txBody>
      <dsp:txXfrm>
        <a:off x="5007965" y="1389687"/>
        <a:ext cx="1516716" cy="910029"/>
      </dsp:txXfrm>
    </dsp:sp>
    <dsp:sp modelId="{38F65C18-61D3-46C1-9639-B26089F0F668}">
      <dsp:nvSpPr>
        <dsp:cNvPr id="0" name=""/>
        <dsp:cNvSpPr/>
      </dsp:nvSpPr>
      <dsp:spPr>
        <a:xfrm>
          <a:off x="6676353" y="1389687"/>
          <a:ext cx="1516716" cy="91002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Failure Detection (Within Run)</a:t>
          </a:r>
        </a:p>
      </dsp:txBody>
      <dsp:txXfrm>
        <a:off x="6676353" y="1389687"/>
        <a:ext cx="1516716" cy="910029"/>
      </dsp:txXfrm>
    </dsp:sp>
    <dsp:sp modelId="{57E67D1E-6764-4331-86FF-C989A759F81D}">
      <dsp:nvSpPr>
        <dsp:cNvPr id="0" name=""/>
        <dsp:cNvSpPr/>
      </dsp:nvSpPr>
      <dsp:spPr>
        <a:xfrm>
          <a:off x="836995" y="2451389"/>
          <a:ext cx="1516716" cy="9100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Patch Scope (RHEL – Security Only)</a:t>
          </a:r>
        </a:p>
      </dsp:txBody>
      <dsp:txXfrm>
        <a:off x="836995" y="2451389"/>
        <a:ext cx="1516716" cy="910029"/>
      </dsp:txXfrm>
    </dsp:sp>
    <dsp:sp modelId="{D98CAD77-83EE-4FC5-A553-563BF8A20377}">
      <dsp:nvSpPr>
        <dsp:cNvPr id="0" name=""/>
        <dsp:cNvSpPr/>
      </dsp:nvSpPr>
      <dsp:spPr>
        <a:xfrm>
          <a:off x="2505383" y="2451389"/>
          <a:ext cx="1516716" cy="9100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Patch Baseline (Windows – CVE Only)</a:t>
          </a:r>
        </a:p>
      </dsp:txBody>
      <dsp:txXfrm>
        <a:off x="2505383" y="2451389"/>
        <a:ext cx="1516716" cy="910029"/>
      </dsp:txXfrm>
    </dsp:sp>
    <dsp:sp modelId="{11B1BEF6-0AAF-4666-A570-7D40043FE5CD}">
      <dsp:nvSpPr>
        <dsp:cNvPr id="0" name=""/>
        <dsp:cNvSpPr/>
      </dsp:nvSpPr>
      <dsp:spPr>
        <a:xfrm>
          <a:off x="4173771" y="2451389"/>
          <a:ext cx="1516716" cy="9100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Reboot Behavior (Windows)</a:t>
          </a:r>
        </a:p>
      </dsp:txBody>
      <dsp:txXfrm>
        <a:off x="4173771" y="2451389"/>
        <a:ext cx="1516716" cy="910029"/>
      </dsp:txXfrm>
    </dsp:sp>
    <dsp:sp modelId="{B742F780-9C07-41AF-A5EB-81280F70A587}">
      <dsp:nvSpPr>
        <dsp:cNvPr id="0" name=""/>
        <dsp:cNvSpPr/>
      </dsp:nvSpPr>
      <dsp:spPr>
        <a:xfrm>
          <a:off x="5842159" y="2451389"/>
          <a:ext cx="1516716" cy="91002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Workflow Failure Notification (SNS)</a:t>
          </a:r>
        </a:p>
      </dsp:txBody>
      <dsp:txXfrm>
        <a:off x="5842159" y="2451389"/>
        <a:ext cx="1516716" cy="9100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8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9144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0040" y="-1133192"/>
            <a:ext cx="6858001" cy="9124385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1072" y="0"/>
            <a:ext cx="4572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3"/>
            <a:ext cx="9137153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0784" y="4049"/>
            <a:ext cx="7662432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0019" y="1030406"/>
            <a:ext cx="6110785" cy="3081242"/>
          </a:xfrm>
        </p:spPr>
        <p:txBody>
          <a:bodyPr anchor="ctr">
            <a:normAutofit/>
          </a:bodyPr>
          <a:lstStyle/>
          <a:p>
            <a:r>
              <a:rPr lang="en-US" sz="4200">
                <a:solidFill>
                  <a:srgbClr val="FFFFFF"/>
                </a:solidFill>
              </a:rPr>
              <a:t>AIOps RHEL8 &amp; Windows 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9957" y="5171093"/>
            <a:ext cx="6808971" cy="86062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Architecture &amp; Flow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FEFFB5-1BAD-759E-2028-B143E5538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2228F7-69EC-E19E-F15C-E42FA27AA121}"/>
              </a:ext>
            </a:extLst>
          </p:cNvPr>
          <p:cNvSpPr txBox="1"/>
          <p:nvPr/>
        </p:nvSpPr>
        <p:spPr>
          <a:xfrm>
            <a:off x="628650" y="401221"/>
            <a:ext cx="7886700" cy="13480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                       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does the Customer Want ?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7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ED912-D614-17EF-D6FB-46B221E37F29}"/>
              </a:ext>
            </a:extLst>
          </p:cNvPr>
          <p:cNvSpPr txBox="1"/>
          <p:nvPr/>
        </p:nvSpPr>
        <p:spPr>
          <a:xfrm>
            <a:off x="628650" y="2505456"/>
            <a:ext cx="7886700" cy="43525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Automated, production-safe critical CVE patching that scales without risk.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b="1" dirty="0"/>
              <a:t>The Core Ask: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57150"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b="1" dirty="0"/>
              <a:t>Patch only when it matters</a:t>
            </a:r>
            <a:endParaRPr lang="en-US" sz="16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Apply updates only when there are critical CVEs—not every minor update, not on a fixed schedule regardless of risk.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CVE = </a:t>
            </a:r>
            <a:r>
              <a:rPr lang="en-US" sz="1600" b="1" dirty="0"/>
              <a:t>Common Vulnerabilities and Exposures.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Stay production-safe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Limit patching to security-related updates. No feature updates, no optional packages, no changes that could introduce breaking behavior.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Remove manual effort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No more ad-hoc scripts, inconsistent pre-patch scans, or manual decisions about when to patch.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Use structured, reliable data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Base patch decisions on authoritative CVE data (severity, affected packages, IDs), not raw command output or custom scripts.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Scale across the fleet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Support RHEL8 and Windows across many instances without manual per-instance work.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30248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E22379-B66B-889F-F814-6D87EA3C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AA03EDC-7067-4DFF-B672-541D016AA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BF3E39-B0BE-496A-8604-9007470FF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654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2E937A-671D-E70C-8677-FE9524F73A6A}"/>
              </a:ext>
            </a:extLst>
          </p:cNvPr>
          <p:cNvSpPr txBox="1"/>
          <p:nvPr/>
        </p:nvSpPr>
        <p:spPr>
          <a:xfrm>
            <a:off x="653581" y="685800"/>
            <a:ext cx="3264837" cy="14746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Success Criteria</a:t>
            </a: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2800" kern="1200">
              <a:solidFill>
                <a:srgbClr val="595959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B76B40-EA6B-ACA8-9E70-85FC363EE167}"/>
              </a:ext>
            </a:extLst>
          </p:cNvPr>
          <p:cNvSpPr txBox="1"/>
          <p:nvPr/>
        </p:nvSpPr>
        <p:spPr>
          <a:xfrm>
            <a:off x="653581" y="1953561"/>
            <a:ext cx="3264837" cy="377043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What “Done” Looks Like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Critical vulnerabilities are identified automatically from a trusted source (Inspector).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An AI-driven decision determines whether patching is needed based on severity and context.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When needed, only security updates are applied—CVE-related patches only.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RHEL8 and Windows instances are patched in parallel.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Each run leaves an audit trail and local reports for compliance and debugging.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595959"/>
                </a:solidFill>
              </a:rPr>
              <a:t>  The entire flow is automated, repeatable, and deployable via Infrastructure as Code.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FA3CD-2B38-19FC-7FB8-E99E69E2B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346760"/>
              </p:ext>
            </p:extLst>
          </p:nvPr>
        </p:nvGraphicFramePr>
        <p:xfrm>
          <a:off x="4754880" y="1691640"/>
          <a:ext cx="4096512" cy="3813048"/>
        </p:xfrm>
        <a:graphic>
          <a:graphicData uri="http://schemas.openxmlformats.org/drawingml/2006/table">
            <a:tbl>
              <a:tblPr/>
              <a:tblGrid>
                <a:gridCol w="1132014">
                  <a:extLst>
                    <a:ext uri="{9D8B030D-6E8A-4147-A177-3AD203B41FA5}">
                      <a16:colId xmlns:a16="http://schemas.microsoft.com/office/drawing/2014/main" val="2275774282"/>
                    </a:ext>
                  </a:extLst>
                </a:gridCol>
                <a:gridCol w="2964498">
                  <a:extLst>
                    <a:ext uri="{9D8B030D-6E8A-4147-A177-3AD203B41FA5}">
                      <a16:colId xmlns:a16="http://schemas.microsoft.com/office/drawing/2014/main" val="3027229116"/>
                    </a:ext>
                  </a:extLst>
                </a:gridCol>
              </a:tblGrid>
              <a:tr h="3539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Outcome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Description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247865"/>
                  </a:ext>
                </a:extLst>
              </a:tr>
              <a:tr h="5952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Security</a:t>
                      </a:r>
                      <a:endParaRPr lang="en-US" sz="1200"/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Critical CVEs are patched in a timely way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6791099"/>
                  </a:ext>
                </a:extLst>
              </a:tr>
              <a:tr h="5952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Stability</a:t>
                      </a:r>
                      <a:endParaRPr lang="en-US" sz="1200"/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Only security updates are applied; production risk is minimized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615019"/>
                  </a:ext>
                </a:extLst>
              </a:tr>
              <a:tr h="5952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Automation</a:t>
                      </a:r>
                      <a:endParaRPr lang="en-US" sz="1200"/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Patching runs on a schedule with minimal human intervention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206317"/>
                  </a:ext>
                </a:extLst>
              </a:tr>
              <a:tr h="836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Visibility</a:t>
                      </a:r>
                      <a:endParaRPr lang="en-US" sz="1200"/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Patch decisions are traceable; reports exist for audit and troubleshooting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346078"/>
                  </a:ext>
                </a:extLst>
              </a:tr>
              <a:tr h="836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Consistency</a:t>
                      </a:r>
                      <a:endParaRPr lang="en-US" sz="1200"/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Same process for RHEL and Windows, driven by a single workflow</a:t>
                      </a:r>
                    </a:p>
                  </a:txBody>
                  <a:tcPr marL="63160" marR="63160" marT="31580" marB="315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029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03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B09BC-B7D4-6BD4-46AE-2ABD830F8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336136" y="1336710"/>
            <a:ext cx="68580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88181" y="1092216"/>
            <a:ext cx="6346209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33933" y="3515977"/>
            <a:ext cx="2501979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76002" y="1496845"/>
            <a:ext cx="68580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74277" y="1668285"/>
            <a:ext cx="4318303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185B07-2542-730E-4BA9-D03EAD29A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797" y="586855"/>
            <a:ext cx="317257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2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Production-Safe CVE Patching with </a:t>
            </a:r>
            <a:br>
              <a:rPr lang="en-US" sz="32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2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AWS Lambda, Inspector, and Bedrock</a:t>
            </a:r>
            <a:b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2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16623-090C-73C0-A17B-17C95EA97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7368" y="649480"/>
            <a:ext cx="3646835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17145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Automated CVE patching for </a:t>
            </a:r>
            <a:r>
              <a:rPr lang="en-US" sz="1700" b="1">
                <a:solidFill>
                  <a:schemeClr val="tx1"/>
                </a:solidFill>
              </a:rPr>
              <a:t>RHEL8</a:t>
            </a:r>
            <a:r>
              <a:rPr lang="en-US" sz="1700">
                <a:solidFill>
                  <a:schemeClr val="tx1"/>
                </a:solidFill>
              </a:rPr>
              <a:t> and </a:t>
            </a:r>
            <a:r>
              <a:rPr lang="en-US" sz="1700" b="1">
                <a:solidFill>
                  <a:schemeClr val="tx1"/>
                </a:solidFill>
              </a:rPr>
              <a:t>Windows</a:t>
            </a:r>
            <a:r>
              <a:rPr lang="en-US" sz="1700">
                <a:solidFill>
                  <a:schemeClr val="tx1"/>
                </a:solidFill>
              </a:rPr>
              <a:t> servers</a:t>
            </a:r>
          </a:p>
          <a:p>
            <a:pPr marL="17145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Uses </a:t>
            </a:r>
            <a:r>
              <a:rPr lang="en-US" sz="1700" b="1">
                <a:solidFill>
                  <a:schemeClr val="tx1"/>
                </a:solidFill>
              </a:rPr>
              <a:t>Amazon Inspector v2</a:t>
            </a:r>
            <a:r>
              <a:rPr lang="en-US" sz="1700">
                <a:solidFill>
                  <a:schemeClr val="tx1"/>
                </a:solidFill>
              </a:rPr>
              <a:t> for vulnerability scanning</a:t>
            </a:r>
          </a:p>
          <a:p>
            <a:pPr marL="17145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Uses </a:t>
            </a:r>
            <a:r>
              <a:rPr lang="en-US" sz="1700" b="1">
                <a:solidFill>
                  <a:schemeClr val="tx1"/>
                </a:solidFill>
              </a:rPr>
              <a:t>Bedrock</a:t>
            </a:r>
            <a:r>
              <a:rPr lang="en-US" sz="1700">
                <a:solidFill>
                  <a:schemeClr val="tx1"/>
                </a:solidFill>
              </a:rPr>
              <a:t> (Amazon Nova 2 Lite) for AI-driven patch decisions</a:t>
            </a:r>
          </a:p>
          <a:p>
            <a:pPr marL="17145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Orchestrated by </a:t>
            </a:r>
            <a:r>
              <a:rPr lang="en-US" sz="1700" b="1">
                <a:solidFill>
                  <a:schemeClr val="tx1"/>
                </a:solidFill>
              </a:rPr>
              <a:t>Step Functions</a:t>
            </a:r>
            <a:r>
              <a:rPr lang="en-US" sz="1700">
                <a:solidFill>
                  <a:schemeClr val="tx1"/>
                </a:solidFill>
              </a:rPr>
              <a:t>, triggered by </a:t>
            </a:r>
            <a:r>
              <a:rPr lang="en-US" sz="1700" b="1">
                <a:solidFill>
                  <a:schemeClr val="tx1"/>
                </a:solidFill>
              </a:rPr>
              <a:t>EventBridge</a:t>
            </a:r>
            <a:endParaRPr lang="en-US" sz="1700">
              <a:solidFill>
                <a:schemeClr val="tx1"/>
              </a:solidFill>
            </a:endParaRPr>
          </a:p>
          <a:p>
            <a:pPr marL="17145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>
                <a:solidFill>
                  <a:schemeClr val="tx1"/>
                </a:solidFill>
              </a:rPr>
              <a:t>CVE-only</a:t>
            </a:r>
            <a:r>
              <a:rPr lang="en-US" sz="1700">
                <a:solidFill>
                  <a:schemeClr val="tx1"/>
                </a:solidFill>
              </a:rPr>
              <a:t> patching – security updates only, production-safe</a:t>
            </a:r>
          </a:p>
        </p:txBody>
      </p:sp>
    </p:spTree>
    <p:extLst>
      <p:ext uri="{BB962C8B-B14F-4D97-AF65-F5344CB8AC3E}">
        <p14:creationId xmlns:p14="http://schemas.microsoft.com/office/powerpoint/2010/main" val="254723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AFAEA6-9F06-9DDB-9CAC-0A3D140F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7811F-6302-32B9-8898-1A62528DB8A1}"/>
              </a:ext>
            </a:extLst>
          </p:cNvPr>
          <p:cNvSpPr txBox="1"/>
          <p:nvPr/>
        </p:nvSpPr>
        <p:spPr>
          <a:xfrm>
            <a:off x="1037673" y="348865"/>
            <a:ext cx="7288583" cy="15764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Guardrails for Patching RHEL8 and Windows Hosts</a:t>
            </a:r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DB91E147-C0C0-5BC1-ED22-E474D19308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2238010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1708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64146-2E6D-11D5-4209-0A7F12044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9538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Current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147" y="1675227"/>
            <a:ext cx="5651705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34AC-7680-F908-4558-58A88E5B5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D048C1-3BDF-3E76-A5E3-2DD31B3CC540}"/>
              </a:ext>
            </a:extLst>
          </p:cNvPr>
          <p:cNvSpPr txBox="1"/>
          <p:nvPr/>
        </p:nvSpPr>
        <p:spPr>
          <a:xfrm>
            <a:off x="502470" y="1040178"/>
            <a:ext cx="864153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1. SCHEDULE (</a:t>
            </a:r>
            <a:r>
              <a:rPr lang="en-US" sz="1200" b="1" dirty="0" err="1">
                <a:latin typeface="Courier New" panose="02070309020205020404" pitchFamily="49" charset="0"/>
              </a:rPr>
              <a:t>EventBridge</a:t>
            </a:r>
            <a:r>
              <a:rPr lang="en-US" sz="1200" b="1" dirty="0"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</a:t>
            </a:r>
            <a:r>
              <a:rPr lang="en-US" sz="1200" b="1" dirty="0" err="1">
                <a:latin typeface="Courier New" panose="02070309020205020404" pitchFamily="49" charset="0"/>
              </a:rPr>
              <a:t>cron</a:t>
            </a:r>
            <a:r>
              <a:rPr lang="en-US" sz="1200" b="1" dirty="0">
                <a:latin typeface="Courier New" panose="02070309020205020404" pitchFamily="49" charset="0"/>
              </a:rPr>
              <a:t>(0 2 ? * 3#2 *)  →  2:00 AM UTC on 2nd Tuesday (after Patch Tuesday)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2. DISCOVER INSTANCES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Instance Discovery Lambda: by tags (Role=patch-target) or static Terraform IDs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Excludes </a:t>
            </a:r>
            <a:r>
              <a:rPr lang="en-US" sz="1200" b="1" dirty="0" err="1">
                <a:solidFill>
                  <a:schemeClr val="accent6"/>
                </a:solidFill>
                <a:latin typeface="Courier New" panose="02070309020205020404" pitchFamily="49" charset="0"/>
              </a:rPr>
              <a:t>PatchExcluded</a:t>
            </a: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=true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3. CHECK SSM AGENT HEALTH (Lambda)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Filters out instances not in SSM Managed state; sends SNS alert if any excluded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4. FETCH INSPECTOR FINDINGS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Inspector Findings Lambda fetches CVE findings from Amazon Inspector v2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5. ANALYZE (Lambda + Bedrock)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Lambda sends Inspector findings to Bedrock; model analyzes CVEs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Returns </a:t>
            </a:r>
            <a:r>
              <a:rPr lang="en-US" sz="1200" b="1" dirty="0" err="1">
                <a:latin typeface="Courier New" panose="02070309020205020404" pitchFamily="49" charset="0"/>
              </a:rPr>
              <a:t>has_critical_cves</a:t>
            </a:r>
            <a:r>
              <a:rPr lang="en-US" sz="1200" b="1" dirty="0">
                <a:latin typeface="Courier New" panose="02070309020205020404" pitchFamily="49" charset="0"/>
              </a:rPr>
              <a:t> flag + recommendations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6. CHECK MAINTENANCE WINDOW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If outside window → Skip (enabled by default)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7. PREPARE BATCHES + APPLY (Map over batches)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Per batch: Patch → Wait 180s → </a:t>
            </a:r>
            <a:r>
              <a:rPr lang="en-US" sz="1200" b="1" dirty="0" err="1">
                <a:latin typeface="Courier New" panose="02070309020205020404" pitchFamily="49" charset="0"/>
              </a:rPr>
              <a:t>CheckFailure</a:t>
            </a:r>
            <a:r>
              <a:rPr lang="en-US" sz="1200" b="1" dirty="0">
                <a:latin typeface="Courier New" panose="02070309020205020404" pitchFamily="49" charset="0"/>
              </a:rPr>
              <a:t> → continue or abort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Batched patching stops within same run if instance fails to reboot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Canary: first batch uses </a:t>
            </a:r>
            <a:r>
              <a:rPr lang="en-US" sz="1200" b="1" dirty="0" err="1">
                <a:latin typeface="Courier New" panose="02070309020205020404" pitchFamily="49" charset="0"/>
              </a:rPr>
              <a:t>canary_batch_size</a:t>
            </a:r>
            <a:r>
              <a:rPr lang="en-US" sz="1200" b="1" dirty="0">
                <a:latin typeface="Courier New" panose="02070309020205020404" pitchFamily="49" charset="0"/>
              </a:rPr>
              <a:t>, then remaining batches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8. POST-PATCH (Parallel, via Lambda → SSM)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SSM Runner Lambda verifies patches on RHEL8 and Windows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9.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5C8A8-15ED-A4E6-8948-8C240A25E73F}"/>
              </a:ext>
            </a:extLst>
          </p:cNvPr>
          <p:cNvSpPr txBox="1"/>
          <p:nvPr/>
        </p:nvSpPr>
        <p:spPr>
          <a:xfrm>
            <a:off x="846414" y="193040"/>
            <a:ext cx="6905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Amazon Inspector - Workflow</a:t>
            </a:r>
            <a:endParaRPr lang="en-US" sz="4000" dirty="0">
              <a:solidFill>
                <a:srgbClr val="0A13F4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474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AE146-3C3B-4E51-0616-656C3B81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94C77E-7DC5-586A-B38D-D6C4C3212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696721"/>
            <a:ext cx="8178799" cy="436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587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EA09F-0DB7-C4A5-5667-89273148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FF99BD-075F-4761-A995-6FC574BD2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B21A54-9BA3-4EA9-B460-5A829ADD9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A8F714-B9D8-488A-8CCA-E9948FF91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599" y="643468"/>
            <a:ext cx="8178800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BD05B-1AFA-4761-4435-D9994462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44" y="3449688"/>
            <a:ext cx="7683157" cy="236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718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F83B5-3DC2-EE84-339C-18A3C0DF9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142713" y="-1142284"/>
            <a:ext cx="68580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125298" y="-161647"/>
            <a:ext cx="4894564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4A05D0-AD2A-2F9D-3A11-45B6B275F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3" y="457200"/>
            <a:ext cx="4956048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037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495030" y="2767106"/>
            <a:ext cx="2160621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35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412" y="297269"/>
            <a:ext cx="4528451" cy="628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56E8C295-C397-EACB-EC70-FA56F32AD8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17399" y="905255"/>
            <a:ext cx="8408193" cy="483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 fontScale="90000"/>
          </a:bodyPr>
          <a:lstStyle/>
          <a:p>
            <a:pPr marL="0" marR="0" lvl="0" indent="0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kern="1200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rPr>
              <a:t>Lambda Functions  </a:t>
            </a:r>
          </a:p>
          <a:p>
            <a:pPr marL="0" marR="0" lvl="0" indent="0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kern="1200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rPr>
              <a:t>All Lambda functions used in the aiops-r8 patch workflow.</a:t>
            </a:r>
          </a:p>
          <a:p>
            <a:pPr marL="0" marR="0" lvl="0" indent="0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kern="1200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1B87FD6-61D8-1D01-00E6-02D10598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98847"/>
              </p:ext>
            </p:extLst>
          </p:nvPr>
        </p:nvGraphicFramePr>
        <p:xfrm>
          <a:off x="417400" y="1527048"/>
          <a:ext cx="8516287" cy="5138924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</a:tblPr>
              <a:tblGrid>
                <a:gridCol w="612726">
                  <a:extLst>
                    <a:ext uri="{9D8B030D-6E8A-4147-A177-3AD203B41FA5}">
                      <a16:colId xmlns:a16="http://schemas.microsoft.com/office/drawing/2014/main" val="3167625328"/>
                    </a:ext>
                  </a:extLst>
                </a:gridCol>
                <a:gridCol w="2451957">
                  <a:extLst>
                    <a:ext uri="{9D8B030D-6E8A-4147-A177-3AD203B41FA5}">
                      <a16:colId xmlns:a16="http://schemas.microsoft.com/office/drawing/2014/main" val="3645220495"/>
                    </a:ext>
                  </a:extLst>
                </a:gridCol>
                <a:gridCol w="5451604">
                  <a:extLst>
                    <a:ext uri="{9D8B030D-6E8A-4147-A177-3AD203B41FA5}">
                      <a16:colId xmlns:a16="http://schemas.microsoft.com/office/drawing/2014/main" val="3470556923"/>
                    </a:ext>
                  </a:extLst>
                </a:gridCol>
              </a:tblGrid>
              <a:tr h="4218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cap="none" spc="0">
                          <a:solidFill>
                            <a:schemeClr val="bg1"/>
                          </a:solidFill>
                        </a:rPr>
                        <a:t>#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cap="none" spc="0">
                          <a:solidFill>
                            <a:schemeClr val="bg1"/>
                          </a:solidFill>
                        </a:rPr>
                        <a:t>Lambda Function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cap="none" spc="0" dirty="0">
                          <a:solidFill>
                            <a:schemeClr val="bg1"/>
                          </a:solidFill>
                        </a:rPr>
                        <a:t>One-liner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275261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instance-discovery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Discovers EC2 instances by tags (e.g. </a:t>
                      </a:r>
                      <a:r>
                        <a:rPr lang="en-US" sz="9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Role=patch-target</a:t>
                      </a: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) in the VPC for dynamic fleets.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319803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inspector-findings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Fetches Amazon Inspector v2 CVE findings for EC2 instances.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385536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cve-analyzer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Uses Bedrock to analyze CVEs and decide if critical patches are needed.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586354"/>
                  </a:ext>
                </a:extLst>
              </a:tr>
              <a:tr h="536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ssm-runner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Runs SSM commands for patching, checks blocked CVEs, creates pre-patch AMIs, and records executions.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803563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ssm-agent-health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Verifies instances are SSM-managed and online before patching; filters out unhealthy instances.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650673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batch-prepare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 dirty="0">
                          <a:solidFill>
                            <a:schemeClr val="tx1"/>
                          </a:solidFill>
                        </a:rPr>
                        <a:t>Splits instance IDs into batches and prepares patch context for RHEL and Windows.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4426567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get-batch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Returns the batch at the given index for the batched patching loop.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217798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failure-check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Checks if any recently patched instance has stopped before proceeding to the next batch.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282805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maintenance-window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Checks if the current time is within the configured maintenance window.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879003"/>
                  </a:ext>
                </a:extLst>
              </a:tr>
              <a:tr h="536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ec2-stopped-handler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Circuit-breaker: when an instance stops, checks if it was recently patched and records CVEs to block future patches.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0942110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ami-cleanup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Deregisters old pre-patch AMIs and deletes snapshots beyond the retention period.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648924"/>
                  </a:ext>
                </a:extLst>
              </a:tr>
              <a:tr h="364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 cap="none" spc="0" err="1">
                          <a:solidFill>
                            <a:schemeClr val="tx1"/>
                          </a:solidFill>
                        </a:rPr>
                        <a:t>sfn</a:t>
                      </a:r>
                      <a:r>
                        <a:rPr lang="en-US" sz="900" b="1" cap="none" spc="0">
                          <a:solidFill>
                            <a:schemeClr val="tx1"/>
                          </a:solidFill>
                        </a:rPr>
                        <a:t>-failure-notifier</a:t>
                      </a:r>
                      <a:endParaRPr lang="en-US" sz="9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cap="none" spc="0" dirty="0">
                          <a:solidFill>
                            <a:schemeClr val="tx1"/>
                          </a:solidFill>
                        </a:rPr>
                        <a:t>Sends an SNS alert when the patch workflow Step Functions execution fails, aborts, or times out.</a:t>
                      </a:r>
                    </a:p>
                  </a:txBody>
                  <a:tcPr marL="27885" marR="27885" marT="67558" marB="5577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08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135943-D1E7-B9CD-D124-10969D53A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142713" y="-1142284"/>
            <a:ext cx="68580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125298" y="-161647"/>
            <a:ext cx="4894564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A009D5-3605-0DEE-6A0D-AE37CF686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55449"/>
            <a:ext cx="8284463" cy="666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07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</TotalTime>
  <Words>913</Words>
  <Application>Microsoft Office PowerPoint</Application>
  <PresentationFormat>On-screen Show (4:3)</PresentationFormat>
  <Paragraphs>134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AIOps RHEL8 &amp; Windows Production-Safe CVE Patching</vt:lpstr>
      <vt:lpstr>PowerPoint Presentation</vt:lpstr>
      <vt:lpstr>PowerPoint Presentation</vt:lpstr>
      <vt:lpstr>Production-Safe CVE Patching with  AWS Lambda, Inspector, and Bedrock </vt:lpstr>
      <vt:lpstr>PowerPoint Presentation</vt:lpstr>
      <vt:lpstr>PowerPoint Presentation</vt:lpstr>
      <vt:lpstr>Current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Lambda Functions   All Lambda functions used in the aiops-r8 patch workflow.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Bitra</cp:lastModifiedBy>
  <cp:revision>28</cp:revision>
  <dcterms:created xsi:type="dcterms:W3CDTF">2013-01-27T09:14:16Z</dcterms:created>
  <dcterms:modified xsi:type="dcterms:W3CDTF">2026-03-13T03:56:26Z</dcterms:modified>
  <cp:category/>
</cp:coreProperties>
</file>